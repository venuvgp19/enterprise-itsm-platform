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82034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Enterprise Agentic AI ITSM Platform</a:t>
            </a:r>
          </a:p>
          <a:p>
            <a:pPr>
              <a:defRPr sz="1800">
                <a:solidFill>
                  <a:srgbClr val="C084FC"/>
                </a:solidFill>
              </a:defRPr>
            </a:pPr>
            <a:r>
              <a:t>100% Autonomous Ticket Routing &amp; Knowledge Base SOP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94A3B8"/>
                </a:solidFill>
              </a:defRPr>
            </a:pPr>
            <a:r>
              <a:t>🤖 Autonomous Ticket Routing: NVIDIA Nemotron 3 Ultra 550B LLM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🧠 Agentic Knowledge Base Generator: Meta Llama 3.3 70B Instruct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🔌 Model Context Protocol (MCP): Native stdio transport with Auto JWT Auth Flow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💾 Resilient Persistence Layer: 1,000 Incidents &amp; SOPs saved to disk zero data loss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ENTERPRISE AGENTIC AI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Core Platform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Zero-Human Ticket Triage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100% LLM-driven incident classification &amp; technician routing using NVIDIA Nemotron 3 550B with backoff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Automated SOP Synthesis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Scans diagnostic work notes across 1,000 incidents in 10-ticket chunks using Meta Llama 3.3 70B Instruct.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MCP Server Integration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Stdio transport protocol with automatic JWT auth flow, empowering external AI agents to manage ITSM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Strict Deduplication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Semantic token overlap check (&gt;50%) ensures 100% unique problem solutions with persistent analyzed incident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ENTERPRISE AGENTIC AI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Multi-Agent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CLIENT LAYER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Next.js Frontend (Port 3000)  |  MCP Stdio Client (itsm-mcp-server)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ORCHESTRATION LAYER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🤖 Continuous AI Ticket Router  |  🧠 Agentic Knowledge Synthesizer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BACKEND API LAYER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NestJS REST API (Port 4000)  |  AuthModule  |  IncidentModule  |  KnowledgeModule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663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AI MODEL &amp; DISK LAYER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NVIDIA NIM API (Nemotron 3 550B &amp; Llama 3.3 70B)  |  incidents.json &amp; analyzed_incidents.json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ENTERPRISE AGENTIC AI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Autonomous AI Ticket Router (NVIDIA Nemotron 3 550B)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Router Mechanics &amp; Resilience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Unassigned Queue Worker: Scans DB every 10,000ms for unassigned incident tickets.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100% LLM-Driven: Zero fallback to rule engine, ensuring true agentic reasoning.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Sequential Pacing: Processes tickets one-by-one with 2.0s pauses to prevent rate limits.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Backoff Retries: Exponential retry backoff (3s, 6s, 9s, 12s) handling HTTP 429/503 limits.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Audit Logging: Extracts extended thinking traces into work notes and ai-router.log.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Sample LLM Routing Payload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{</a:t>
            </a:r>
            <a:br/>
            <a:r>
              <a:t>  "ticketId": "INC0000008",</a:t>
            </a:r>
            <a:br/>
            <a:r>
              <a:t>  "targetGroup": "Network Ops",</a:t>
            </a:r>
            <a:br/>
            <a:r>
              <a:t>  "assignedTechnician": "Alex Rivera (Network Lead)",</a:t>
            </a:r>
            <a:br/>
            <a:r>
              <a:t>  "confidenceScore": 95,</a:t>
            </a:r>
            <a:br/>
            <a:r>
              <a:t>  "routedBy": "NVIDIA_NEMOTRON_LLM",</a:t>
            </a:r>
            <a:br/>
            <a:r>
              <a:t>  "reasoningText": "Analyzed core router latency log. Matched Network Ops team lead for BGP flush.",</a:t>
            </a:r>
            <a:br/>
            <a:r>
              <a:t>  "recommendedResolutionCode": "Network - BGP &amp; Interface Reset"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ENTERPRISE AGENTIC AI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Agentic Knowledge Base Synthesizer (Meta Llama 3.3 70B)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Chunked Processing &amp; Deduplication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10-Incident Chunking: Processes unanalyzed tickets in 10-ticket batches for optimal LLM context window use.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Persistent Incident Tracking: Marks analyzed IDs in analyzed_incidents.json so no incident is ever re-analyzed.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Continuous Background Worker: Runs continuously in NestJS background (onModuleInit).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Semantic Token Deduplication: Overlap check (&gt;50%) guarantees 100% unique problem solutions.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SOP Synthesis: Converts raw diagnostic work notes into structured ITIL Knowledge Articles.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Synthesized SOP Article (KB0000001)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Title: Troubleshooting &amp; SOP: SAP ERP Financials SSO Auth Failure (mainframe-host-01)</a:t>
            </a:r>
            <a:br/>
            <a:r>
              <a:t>Category: Server - Kernel &amp; OS Patch</a:t>
            </a:r>
            <a:br/>
            <a:r>
              <a:t>Author: 🤖 Meta Llama 3.3 70B Instruct</a:t>
            </a:r>
            <a:br/>
            <a:r>
              <a:t>Notes Analyzed: 64 Incidents</a:t>
            </a:r>
            <a:br/>
            <a:br/>
            <a:r>
              <a:t>Resolution Steps:</a:t>
            </a:r>
            <a:br/>
            <a:r>
              <a:t>1. Inspect configuration item telemetry status for mainframe-host-01.</a:t>
            </a:r>
            <a:br/>
            <a:r>
              <a:t>2. Apply kernel remediation patch &amp; clear SSO driver lock.</a:t>
            </a:r>
            <a:br/>
            <a:r>
              <a:t>3. Validate metric health baseline and confirm ticket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</a:defRPr>
            </a:pPr>
            <a:r>
              <a:t>ENTERPRISE AGENTIC AI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MCP Server Protocol &amp; Modern Next.js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Model Context Protocol (MCP)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Transport: Stdio transport with Automatic Auth Flow.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Tool: list_unassigned_incidents (Query triage queue)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Tool: update_incident_group (Assign department &amp; lead)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Tool: generate_knowledge_from_work_notes (Trigger SOP synthesis)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Tool: list_knowledge_articles (Retrieve published catalog)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Tool: get_knowledge_article (Inspect detailed SOP by 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Next.js Web UI (http://localhost:3000/knowledge)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Real-Time Progress Banner: Polling GET /api/v1/knowledge/status every 3s.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Zero State Loss: Navigating between pages (/incidents -&gt; /knowledge) preserves progress.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Dynamic Controls: Trigger background worker across all 1,000 incidents.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Interactive SOP Modal: Deep-dive view of symptoms, root cause, and remediation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